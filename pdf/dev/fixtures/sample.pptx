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Konuşmacı notu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Mühür Sunumu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PDF dönüştürme ve OCR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Özellikler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Word, Excel, PowerPoint</a:t>
            </a:r>
          </a:p>
          <a:p>
            <a:pPr/>
            <a:r>
              <a:t>Görsel ve metin</a:t>
            </a:r>
          </a:p>
          <a:p>
            <a:pPr lvl="1"/>
            <a:r>
              <a:t>Türkçe karakter: ğüşıöç</a:t>
            </a:r>
          </a:p>
          <a:p>
            <a:pPr/>
            <a:r>
              <a:t>OCR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2743200" cy="1371600"/>
          </a:xfrm>
          <a:prstGeom prst="rect">
            <a:avLst/>
          </a:prstGeom>
          <a:solidFill>
            <a:srgbClr val="2747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Mavi kutu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Serbest metin kutusu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